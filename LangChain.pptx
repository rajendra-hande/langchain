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5:32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9:13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5:32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9:13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5:32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9:13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5:32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9:13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5:32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9:13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6:19:1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6:21:51.65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9830,'0'0'0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5:32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9:13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6:19:1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6:21:51.65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9830,'0'0'0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5:32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1:09:13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6:19:1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6T16:21:51.65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9830,'0'0'0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0AC5-7C10-36B4-FF40-0E7A56F44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9CE95-DF14-C18F-75EB-060BFAE68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4B6C5-0ADE-5AFC-97C0-74ED3DF6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FDC01-05C5-035F-1C31-5DB19F5E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B860-A902-C7FF-67A2-457FB46D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0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47B4-D9A9-9EEB-4356-74474FB2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16C1F-44E0-3691-5C6B-8C5D139C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B4724-3E51-DD9D-4199-8CCFE13B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6F4EF-D00D-C14B-B6D7-ABE46221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B6B7-10B7-2AC5-323B-607D74B6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9F23-B8BD-93A0-7BA2-C8610A76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3CCDA-8633-8653-53C2-660D48B8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E1CCA-C522-6F12-EF36-C173BEE7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AC9DB-97AD-C2C7-D0A5-57464752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E6D1C-C5B8-BE73-4CD2-7F58D9D5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3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8EA7-3E5F-0233-AE22-CFF8E7D2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6FEC-5E53-6C63-0572-E478DE766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D6E74-C34B-9910-C1A2-A89C164CE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1996E-18FE-2824-F600-968B6F27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C1FAB-2CE3-B87B-0C51-29ADA30D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34402-B226-9ED3-E246-9BE62FD1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3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9871-16A5-6097-D5CB-EF7953B7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C1D8D-3807-8A08-B710-B3BF31FFC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03E48-BBAF-7E22-92F5-8E389B667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431E3-513D-1B34-F24E-50E711A27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6676C-20DF-185F-484E-CD24CCD06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7F3BD0-6374-5A24-5C78-1434EC5E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3C464-3D09-9909-B6F3-91C4D289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40867-3B9D-0471-B25D-B728BA89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9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FEF6-DD14-3E96-7736-450DBF2CD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9D775-A9AB-EC18-4060-CE18A5A8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2AC46-38D3-765C-067A-C678982C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A3B66-2FCF-C525-383A-6E03918D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7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C1803-BEB2-4D2C-4B70-4B95547B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9E859-1A01-6276-7D2C-7E0AD3F8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02D7F-C193-1EDD-2462-FED11FDE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5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65FF-EBD3-3655-DAC0-3A82E193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2C2A8-65D1-6D3E-2444-2B0F8B258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98ED-F9D7-A9A1-0231-2C011349D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B8694-D46F-D3E8-3161-59B80251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38B31-9627-E365-CCE0-7E6CE8B2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4F62A-1451-C209-2587-479DD6D0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1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B735-5732-A49B-74F6-86A0BC48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D4EE7-31C1-2204-7EFF-6AC44B88B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DBD30-A55F-84AB-1141-74C2FABB2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2C7A3-61A3-757F-1CC5-F095C9395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F63E6-08BC-09D2-92FB-555B2ED7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E0A58-2244-A97E-0BC4-858D2303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6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E75F-E768-D7E0-8E54-6543AA30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0E235-E869-C89C-4053-BCE25DC29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2FA0A-15FC-A456-AFEB-66C5A420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CF23B-ECFB-0C11-8C57-5FEA95A3B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5925A-122C-335D-006F-F0312190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6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1F85E-49AB-DECD-2140-5F29F922D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E4E9F-4210-C9D7-4402-A170B62F5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AC3FC-BB54-E6EF-460F-1C57BA3F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B28ED-032F-1B9A-100F-234B6342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4BF2F-04DB-69B8-AD0A-8907C384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1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71BAD-0093-69E1-E934-EC7ACCE5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06EC0-3B75-A955-AE53-BF090621F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E3F35-D7F5-D1ED-44A6-3D57A6AAA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036AF-1713-47D8-AD85-61978BAEAC5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35B5D-D0B4-CCE8-20BD-8881E6492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1C4AB-3F01-D7B2-E8B0-EAA055DC8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C59BC-59B6-4ADF-8C29-EBCBA071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0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7.png"/><Relationship Id="rId4" Type="http://schemas.openxmlformats.org/officeDocument/2006/relationships/customXml" Target="../ink/ink10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customXml" Target="../ink/ink16.xm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customXml" Target="../ink/ink20.xm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19.xml"/><Relationship Id="rId4" Type="http://schemas.openxmlformats.org/officeDocument/2006/relationships/customXml" Target="../ink/ink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F4C1-F19E-97FA-E331-7CE30B81F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LangChain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24457-F3E6-BE28-A452-0C17C280F0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Raj</a:t>
            </a:r>
          </a:p>
        </p:txBody>
      </p:sp>
    </p:spTree>
    <p:extLst>
      <p:ext uri="{BB962C8B-B14F-4D97-AF65-F5344CB8AC3E}">
        <p14:creationId xmlns:p14="http://schemas.microsoft.com/office/powerpoint/2010/main" val="1523056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065FA-89FB-537A-7324-55C60A86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latin typeface="Aharoni" panose="020F0502020204030204" pitchFamily="2" charset="-79"/>
                <a:cs typeface="Aharoni" panose="020F0502020204030204" pitchFamily="2" charset="-79"/>
              </a:rPr>
              <a:t>What is </a:t>
            </a:r>
            <a:r>
              <a:rPr lang="en-US" sz="2800" b="1" dirty="0" err="1">
                <a:latin typeface="Aharoni" panose="020F0502020204030204" pitchFamily="2" charset="-79"/>
                <a:cs typeface="Aharoni" panose="020F0502020204030204" pitchFamily="2" charset="-79"/>
              </a:rPr>
              <a:t>LangChain</a:t>
            </a:r>
            <a:r>
              <a:rPr lang="en-US" sz="2800" b="1" dirty="0">
                <a:latin typeface="Aharoni" panose="020F0502020204030204" pitchFamily="2" charset="-79"/>
                <a:cs typeface="Aharoni" panose="020F0502020204030204" pitchFamily="2" charset="-79"/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65EFC-F5FE-65BB-1CE9-D7D36A10D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83192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LangChain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 is an open-source framework for building applications using Large Language Models (LLMs). 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BBEB54-6766-0ECA-AE48-2D3E5015E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14" y="1303970"/>
            <a:ext cx="7633315" cy="38887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4D786E5-E997-31C0-A40F-765A2AB7B4CC}"/>
                  </a:ext>
                </a:extLst>
              </p14:cNvPr>
              <p14:cNvContentPartPr/>
              <p14:nvPr/>
            </p14:nvContentPartPr>
            <p14:xfrm>
              <a:off x="6357103" y="199184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4D786E5-E997-31C0-A40F-765A2AB7B4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9463" y="19738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75A60D9-20D2-3E0A-FBDB-41F3E0A52A2E}"/>
                  </a:ext>
                </a:extLst>
              </p14:cNvPr>
              <p14:cNvContentPartPr/>
              <p14:nvPr/>
            </p14:nvContentPartPr>
            <p14:xfrm>
              <a:off x="5192503" y="1665326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75A60D9-20D2-3E0A-FBDB-41F3E0A52A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4863" y="164768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081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46766-381D-F890-1B87-13861FF3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1" y="447788"/>
            <a:ext cx="10291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9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7F984-0602-9D3B-D3A4-C052454F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0E5688-FED5-0D3A-AF0A-62E469C5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8B38497-1C85-76CD-14EA-EC55CA210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4D55C323-E2B8-0E15-3B3B-13B797B96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FA51D-6578-DB58-EA40-3756EFA2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3" y="1714966"/>
            <a:ext cx="3438144" cy="813670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Models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1C4A9A-9F4E-9A42-E697-3344F7853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774F7E-651B-921F-0093-BBC9F989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E95C2-2216-9761-95DB-FC79515E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83192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In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LangChain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, “Models” are the core interfaces through which we interact with AI models.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F9A9C68-F1F3-BEB5-940D-0F9420F41BF8}"/>
                  </a:ext>
                </a:extLst>
              </p14:cNvPr>
              <p14:cNvContentPartPr/>
              <p14:nvPr/>
            </p14:nvContentPartPr>
            <p14:xfrm>
              <a:off x="6357103" y="199184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F9A9C68-F1F3-BEB5-940D-0F9420F41B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9103" y="19738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D0507AC-0114-A0CC-378C-EF016ED5CA0C}"/>
                  </a:ext>
                </a:extLst>
              </p14:cNvPr>
              <p14:cNvContentPartPr/>
              <p14:nvPr/>
            </p14:nvContentPartPr>
            <p14:xfrm>
              <a:off x="5192503" y="1665326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D0507AC-0114-A0CC-378C-EF016ED5CA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503" y="164732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A6534A5-DD7E-FF2F-AF1B-33BB32468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1582255"/>
            <a:ext cx="6903720" cy="369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03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66880-950E-5799-77F2-767018DE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AC5423E-DBEB-4E36-E4B6-C4AED585F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BD40AD1-CA89-9D49-58E0-EB486CAEC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1C761D32-41C7-DDCE-0B1E-637F0E58E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D22F9-4FF1-4C0F-8EE6-CA3E86A9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3" y="1714966"/>
            <a:ext cx="3438144" cy="813670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Prompts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A74FC6-754D-6BB8-5017-734FBB3C3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226DC8-1A5B-6E89-CB08-CAF14BEF0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96823-DC6A-FD19-C28F-B207CC55F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83192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In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LangChain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, prompts are structured templates used to generate dynamic and reusable inputs for large language models (LLMs).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F421F79-D60B-161C-ABBD-DC21A5D7C06A}"/>
                  </a:ext>
                </a:extLst>
              </p14:cNvPr>
              <p14:cNvContentPartPr/>
              <p14:nvPr/>
            </p14:nvContentPartPr>
            <p14:xfrm>
              <a:off x="6357103" y="199184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F421F79-D60B-161C-ABBD-DC21A5D7C0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9103" y="19738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594DD8F-5114-A259-8833-2F28AB7BE0A1}"/>
                  </a:ext>
                </a:extLst>
              </p14:cNvPr>
              <p14:cNvContentPartPr/>
              <p14:nvPr/>
            </p14:nvContentPartPr>
            <p14:xfrm>
              <a:off x="5192503" y="1665326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594DD8F-5114-A259-8833-2F28AB7BE0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503" y="164732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80541AA-AD69-0B58-F943-7C77E5673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163" y="1545958"/>
            <a:ext cx="7513967" cy="341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7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C6BD2-2233-171A-B0C6-C528FFE0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C75E616-86D0-7D64-D912-EA28F8C87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84940ED-9F9C-F8F8-5587-791AF933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9FC21346-72B2-6426-094E-5757F0FF9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432F7-7DB5-433B-C2A3-2FE891AB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3" y="1714966"/>
            <a:ext cx="3438144" cy="813670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Chains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D50040-E2A1-65C5-66D9-9EAB97F4E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59D0B-51F6-2FD1-7BCE-09F9CEA8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9EC4-504A-937D-4055-FF2484DF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83192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In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LangChain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, Define a sequence of steps where each step can use an LLM, process data or call tools.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07A7BEA-89A2-7588-5ADC-53354F6C4377}"/>
                  </a:ext>
                </a:extLst>
              </p14:cNvPr>
              <p14:cNvContentPartPr/>
              <p14:nvPr/>
            </p14:nvContentPartPr>
            <p14:xfrm>
              <a:off x="6357103" y="199184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07A7BEA-89A2-7588-5ADC-53354F6C43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9103" y="19738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83D7EC5-3620-3B82-D227-78AA989882C8}"/>
                  </a:ext>
                </a:extLst>
              </p14:cNvPr>
              <p14:cNvContentPartPr/>
              <p14:nvPr/>
            </p14:nvContentPartPr>
            <p14:xfrm>
              <a:off x="5192503" y="1665326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83D7EC5-3620-3B82-D227-78AA989882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503" y="164732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72FD27D-A9B3-FA91-164F-C16D79D06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529" y="1853293"/>
            <a:ext cx="7630800" cy="2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DBDAD-1713-C53B-E529-DE462A2D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A463C4-65F4-8BA9-7ACA-F601E411B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A443BD0C-DAE8-9A6F-6462-A208331F2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AC2A20D-EC17-6540-17F9-F1528ADF3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14449-C83A-2E81-BABD-9EBDA1EBF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3" y="1714966"/>
            <a:ext cx="3438144" cy="813670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Indexes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CED55F-F038-468A-F58A-1232E2DBF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D10C70-F2BC-6E84-19D7-5E5952289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9F03D-88B4-DA68-6244-78A7D09D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83192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In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LangChain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, Indexes connect your application to external knowledge – such as PDFs, website or databases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EF3FE99-6181-74DD-108D-3AAB59D9D3D9}"/>
                  </a:ext>
                </a:extLst>
              </p14:cNvPr>
              <p14:cNvContentPartPr/>
              <p14:nvPr/>
            </p14:nvContentPartPr>
            <p14:xfrm>
              <a:off x="6357103" y="199184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EF3FE99-6181-74DD-108D-3AAB59D9D3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9103" y="19738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8E5D284-9124-CFBF-8742-5B1A00314932}"/>
                  </a:ext>
                </a:extLst>
              </p14:cNvPr>
              <p14:cNvContentPartPr/>
              <p14:nvPr/>
            </p14:nvContentPartPr>
            <p14:xfrm>
              <a:off x="5192503" y="1665326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8E5D284-9124-CFBF-8742-5B1A003149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503" y="164732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2EA91AB-EC29-71F8-622B-481037005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179" y="1167492"/>
            <a:ext cx="6457950" cy="4305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4514E8E-F64B-A61D-206C-5B1BECE03EF8}"/>
                  </a:ext>
                </a:extLst>
              </p14:cNvPr>
              <p14:cNvContentPartPr/>
              <p14:nvPr/>
            </p14:nvContentPartPr>
            <p14:xfrm>
              <a:off x="1741543" y="68576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4514E8E-F64B-A61D-206C-5B1BECE03E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5423" y="67964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D86B127-621F-116B-3844-6A96BB5782CA}"/>
                  </a:ext>
                </a:extLst>
              </p14:cNvPr>
              <p14:cNvContentPartPr/>
              <p14:nvPr/>
            </p14:nvContentPartPr>
            <p14:xfrm>
              <a:off x="1553474" y="859233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D86B127-621F-116B-3844-6A96BB5782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7354" y="85311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209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290DD-BC4F-E2A2-47DF-ECDBDF8B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179DF9-1369-81A1-3AE2-A5F00ECB7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0666093-541D-07AD-4D91-8D35DA025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37A1204-C24F-A148-5471-C4412FD5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2B8EC-FE3E-D41F-DBB5-8DA72009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3" y="1714966"/>
            <a:ext cx="3438144" cy="813670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Memory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D2E1BE-A7E8-CB27-5F3B-32751C428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A7D85-762B-D30C-4AE4-8CF82BF57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61E0-D4FA-EE58-7F63-538A9629A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83192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In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LangChain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, maintains context from past interactions, enabling better responses in conversations and multi step tasks.</a:t>
            </a:r>
          </a:p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LLM API calls are stateless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1DEE16C-97F0-27E4-12E1-2208FA7EBB58}"/>
                  </a:ext>
                </a:extLst>
              </p14:cNvPr>
              <p14:cNvContentPartPr/>
              <p14:nvPr/>
            </p14:nvContentPartPr>
            <p14:xfrm>
              <a:off x="6357103" y="199184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1DEE16C-97F0-27E4-12E1-2208FA7EBB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9103" y="19738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047F1C0-FD66-54CB-CD58-C3702B7B61F2}"/>
                  </a:ext>
                </a:extLst>
              </p14:cNvPr>
              <p14:cNvContentPartPr/>
              <p14:nvPr/>
            </p14:nvContentPartPr>
            <p14:xfrm>
              <a:off x="5192503" y="1665326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047F1C0-FD66-54CB-CD58-C3702B7B61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503" y="164732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94A0DBD-8F8F-BE8F-37C6-58424A4224B9}"/>
                  </a:ext>
                </a:extLst>
              </p14:cNvPr>
              <p14:cNvContentPartPr/>
              <p14:nvPr/>
            </p14:nvContentPartPr>
            <p14:xfrm>
              <a:off x="1741543" y="68576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94A0DBD-8F8F-BE8F-37C6-58424A4224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5423" y="67964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E64F968-8AAF-D439-0723-72E5ED3A2915}"/>
                  </a:ext>
                </a:extLst>
              </p14:cNvPr>
              <p14:cNvContentPartPr/>
              <p14:nvPr/>
            </p14:nvContentPartPr>
            <p14:xfrm>
              <a:off x="1553474" y="859233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E64F968-8AAF-D439-0723-72E5ED3A29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7354" y="85311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220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CE6D2-E734-D29B-AF4B-4C95B683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BB8CDA0-589F-06F3-90E5-8F797E4A7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19877C14-0CE7-91B2-9909-AAF482229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108E7005-6D09-90B9-8059-B7FA2F19F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419BF-2FE4-DBE3-7EDA-95C717AC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3" y="1714966"/>
            <a:ext cx="3438144" cy="813670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Setup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3952A2-DDB9-681D-E9A4-D3626E107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66610F-9438-119F-3D38-BA6969167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72B2-075E-1175-D646-F2F922DEF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549" y="839850"/>
            <a:ext cx="7274861" cy="5499166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Create a new folder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Open it in VS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Create a new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Venv</a:t>
            </a:r>
            <a:endParaRPr lang="en-US" sz="2400" dirty="0">
              <a:latin typeface="Aptos Black" panose="020F050202020403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	python –m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venv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venv</a:t>
            </a:r>
            <a:endParaRPr lang="en-US" sz="2400" dirty="0">
              <a:latin typeface="Aptos Black" panose="020F050202020403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4. Activate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venv</a:t>
            </a:r>
            <a:endParaRPr lang="en-US" sz="2400" dirty="0">
              <a:latin typeface="Aptos Black" panose="020F050202020403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	 </a:t>
            </a:r>
            <a:r>
              <a:rPr lang="en-US" sz="2400" dirty="0" err="1">
                <a:latin typeface="Aptos Black" panose="020F0502020204030204" pitchFamily="34" charset="0"/>
                <a:cs typeface="Aharoni" panose="02010803020104030203" pitchFamily="2" charset="-79"/>
              </a:rPr>
              <a:t>venv</a:t>
            </a: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/scripts/activate</a:t>
            </a:r>
          </a:p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5. Create requirements.txt</a:t>
            </a:r>
          </a:p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6. Install packages from requirements.txt</a:t>
            </a:r>
          </a:p>
          <a:p>
            <a:pPr marL="0" indent="0">
              <a:buNone/>
            </a:pPr>
            <a:r>
              <a:rPr lang="en-US" sz="2400" dirty="0">
                <a:latin typeface="Aptos Black" panose="020F0502020204030204" pitchFamily="34" charset="0"/>
                <a:cs typeface="Aharoni" panose="02010803020104030203" pitchFamily="2" charset="-79"/>
              </a:rPr>
              <a:t>	pip install –r requirements.txt</a:t>
            </a:r>
          </a:p>
          <a:p>
            <a:pPr marL="0" indent="0">
              <a:buNone/>
            </a:pPr>
            <a:endParaRPr lang="en-US" sz="2400" dirty="0">
              <a:latin typeface="Aptos Black" panose="020F050202020403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endParaRPr lang="en-US" sz="2400" dirty="0">
              <a:latin typeface="Aptos Black" panose="020F0502020204030204" pitchFamily="34" charset="0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B401B49-720C-8205-06F0-773B088D733D}"/>
                  </a:ext>
                </a:extLst>
              </p14:cNvPr>
              <p14:cNvContentPartPr/>
              <p14:nvPr/>
            </p14:nvContentPartPr>
            <p14:xfrm>
              <a:off x="6357103" y="199184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B401B49-720C-8205-06F0-773B088D73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9103" y="19738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E957449-7E19-ED56-1EAB-98A045747DFC}"/>
                  </a:ext>
                </a:extLst>
              </p14:cNvPr>
              <p14:cNvContentPartPr/>
              <p14:nvPr/>
            </p14:nvContentPartPr>
            <p14:xfrm>
              <a:off x="5192503" y="1665326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E957449-7E19-ED56-1EAB-98A045747D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503" y="164732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61F6E14-FD4F-7B17-A4FF-E623F27B5A2C}"/>
                  </a:ext>
                </a:extLst>
              </p14:cNvPr>
              <p14:cNvContentPartPr/>
              <p14:nvPr/>
            </p14:nvContentPartPr>
            <p14:xfrm>
              <a:off x="1741543" y="68576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61F6E14-FD4F-7B17-A4FF-E623F27B5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5423" y="67964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7785222-1C69-81B4-92D0-6220DD31A253}"/>
                  </a:ext>
                </a:extLst>
              </p14:cNvPr>
              <p14:cNvContentPartPr/>
              <p14:nvPr/>
            </p14:nvContentPartPr>
            <p14:xfrm>
              <a:off x="1553474" y="859233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7785222-1C69-81B4-92D0-6220DD31A2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7354" y="85311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420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182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Aharoni</vt:lpstr>
      <vt:lpstr>Aptos</vt:lpstr>
      <vt:lpstr>Aptos Black</vt:lpstr>
      <vt:lpstr>Aptos Display</vt:lpstr>
      <vt:lpstr>Arial</vt:lpstr>
      <vt:lpstr>Calibri</vt:lpstr>
      <vt:lpstr>Office Theme</vt:lpstr>
      <vt:lpstr>LangChain</vt:lpstr>
      <vt:lpstr>What is LangChain?</vt:lpstr>
      <vt:lpstr>PowerPoint Presentation</vt:lpstr>
      <vt:lpstr>Models</vt:lpstr>
      <vt:lpstr>Prompts</vt:lpstr>
      <vt:lpstr>Chains</vt:lpstr>
      <vt:lpstr>Indexes</vt:lpstr>
      <vt:lpstr>Memory</vt:lpstr>
      <vt:lpstr>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LNU, Rajendra</dc:creator>
  <cp:lastModifiedBy>LNU, Rajendra</cp:lastModifiedBy>
  <cp:revision>7</cp:revision>
  <dcterms:created xsi:type="dcterms:W3CDTF">2026-07-26T10:46:16Z</dcterms:created>
  <dcterms:modified xsi:type="dcterms:W3CDTF">2026-08-02T07:24:09Z</dcterms:modified>
</cp:coreProperties>
</file>